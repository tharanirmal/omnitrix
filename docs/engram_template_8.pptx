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A5A5A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50</c:v>
                </c:pt>
                <c:pt idx="2">
                  <c:v>60</c:v>
                </c:pt>
                <c:pt idx="3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FFFFFF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70</c:v>
                </c:pt>
                <c:pt idx="1">
                  <c:v>80</c:v>
                </c:pt>
                <c:pt idx="2">
                  <c:v>85</c:v>
                </c:pt>
                <c:pt idx="3">
                  <c:v>75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2C2C2C"/>
            </a:solidFill>
          </a:ln>
        </c:spPr>
        <c:txPr>
          <a:bodyPr/>
          <a:lstStyle/>
          <a:p>
            <a:pPr>
              <a:defRPr sz="1200">
                <a:solidFill>
                  <a:srgbClr val="E6E6E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E6E6E6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A0A0A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82880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600" b="0" i="0">
                <a:solidFill>
                  <a:srgbClr val="A0A0A0"/>
                </a:solidFill>
                <a:latin typeface="Calibri"/>
              </a:rPr>
              <a:t>Presentation </a:t>
            </a:r>
            <a:r>
              <a:rPr sz="6600" b="0" i="0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484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E6E6E6"/>
                </a:solidFill>
                <a:latin typeface="Calibri"/>
              </a:rPr>
              <a:t>Add your subtitle or overarching summary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9807" y="457200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89807" y="457200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6E6E6"/>
                </a:solidFill>
                <a:latin typeface="Calibri"/>
              </a:rPr>
              <a:t>Prepared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4327" y="457200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64327" y="457200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6E6E6"/>
                </a:solidFill>
                <a:latin typeface="Calibri"/>
              </a:rPr>
              <a:t>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8847" y="457200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8847" y="4572000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6E6E6"/>
                </a:solidFill>
                <a:latin typeface="Calibri"/>
              </a:rP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engram  ·  MSRIT Hackathon  ·  Track 1 Sovereign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rgbClr val="A0A0A0"/>
                </a:solidFill>
                <a:latin typeface="Calibri"/>
              </a:rPr>
              <a:t>Six </a:t>
            </a:r>
            <a:r>
              <a:rPr sz="3600" b="0" i="0">
                <a:solidFill>
                  <a:srgbClr val="FFFFFF"/>
                </a:solidFill>
                <a:latin typeface="Calibri"/>
              </a:rPr>
              <a:t>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9487" y="1737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A0A0A0"/>
                </a:solidFill>
                <a:latin typeface="Calibri"/>
              </a:rPr>
              <a:t>COLUMN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927" y="22860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supporting line goes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647" y="1737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A0A0A0"/>
                </a:solidFill>
                <a:latin typeface="Calibri"/>
              </a:rPr>
              <a:t>COLUMN 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087" y="22860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supporting line goes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1807" y="1737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A0A0A0"/>
                </a:solidFill>
                <a:latin typeface="Calibri"/>
              </a:rPr>
              <a:t>COLUMN 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247" y="22860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supporting line goes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4023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A0A0A0"/>
                </a:solidFill>
                <a:latin typeface="Calibri"/>
              </a:rPr>
              <a:t>COLUMN FOUR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0927" y="45720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supporting line goes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5647" y="4023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A0A0A0"/>
                </a:solidFill>
                <a:latin typeface="Calibri"/>
              </a:rPr>
              <a:t>COLUMN FIVE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7087" y="45720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supporting line goes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1807" y="4023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A0A0A0"/>
                </a:solidFill>
                <a:latin typeface="Calibri"/>
              </a:rPr>
              <a:t>COLUMN SIX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3247" y="45720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supporting line goes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engram  ·  MSRIT Hackathon  ·  Track 1 Sovereign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rgbClr val="A0A0A0"/>
                </a:solidFill>
                <a:latin typeface="Calibri"/>
              </a:rPr>
              <a:t>Four </a:t>
            </a:r>
            <a:r>
              <a:rPr sz="3600" b="0" i="0">
                <a:solidFill>
                  <a:srgbClr val="FFFFFF"/>
                </a:solidFill>
                <a:latin typeface="Calibri"/>
              </a:rPr>
              <a:t>Step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581579" cy="2834640"/>
          </a:xfrm>
          <a:prstGeom prst="roundRect">
            <a:avLst>
              <a:gd name="adj" fmla="val 4958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215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30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2158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Phase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158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Stage objective and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22158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48507" y="3566160"/>
            <a:ext cx="219456" cy="0"/>
          </a:xfrm>
          <a:prstGeom prst="line">
            <a:avLst/>
          </a:prstGeom>
          <a:ln w="22225">
            <a:solidFill>
              <a:srgbClr val="A0A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6251" y="2148840"/>
            <a:ext cx="2581579" cy="2834640"/>
          </a:xfrm>
          <a:prstGeom prst="roundRect">
            <a:avLst>
              <a:gd name="adj" fmla="val 4958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9131" y="2331720"/>
            <a:ext cx="2215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301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2651760"/>
            <a:ext cx="22158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Phase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9131" y="3200400"/>
            <a:ext cx="22158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Processing and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9131" y="4297680"/>
            <a:ext cx="22158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6119" y="3566160"/>
            <a:ext cx="219456" cy="0"/>
          </a:xfrm>
          <a:prstGeom prst="line">
            <a:avLst/>
          </a:prstGeom>
          <a:ln w="22225">
            <a:solidFill>
              <a:srgbClr val="A0A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3863" y="2148840"/>
            <a:ext cx="2581579" cy="2834640"/>
          </a:xfrm>
          <a:prstGeom prst="roundRect">
            <a:avLst>
              <a:gd name="adj" fmla="val 4958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6743" y="2331720"/>
            <a:ext cx="2215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301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6743" y="2651760"/>
            <a:ext cx="22158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Phase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6743" y="3200400"/>
            <a:ext cx="22158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Validation and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3" y="4297680"/>
            <a:ext cx="22158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23731" y="3566160"/>
            <a:ext cx="219456" cy="0"/>
          </a:xfrm>
          <a:prstGeom prst="line">
            <a:avLst/>
          </a:prstGeom>
          <a:ln w="22225">
            <a:solidFill>
              <a:srgbClr val="A0A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61475" y="2148840"/>
            <a:ext cx="2581579" cy="2834640"/>
          </a:xfrm>
          <a:prstGeom prst="roundRect">
            <a:avLst>
              <a:gd name="adj" fmla="val 4958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355" y="2331720"/>
            <a:ext cx="22158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B301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355" y="2651760"/>
            <a:ext cx="22158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Phase four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355" y="3200400"/>
            <a:ext cx="221581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Output and record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4297680"/>
            <a:ext cx="221581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03520"/>
            <a:ext cx="11094415" cy="411480"/>
          </a:xfrm>
          <a:prstGeom prst="roundRect">
            <a:avLst>
              <a:gd name="adj" fmla="val 50000"/>
            </a:avLst>
          </a:prstGeom>
          <a:solidFill>
            <a:srgbClr val="0A0A0A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035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Footnote or key takeaway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engram  ·  MSRIT Hackathon  ·  Track 1 Sovereign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rgbClr val="A0A0A0"/>
                </a:solidFill>
                <a:latin typeface="Calibri"/>
              </a:rPr>
              <a:t>Side </a:t>
            </a:r>
            <a:r>
              <a:rPr sz="3600" b="0" i="0">
                <a:solidFill>
                  <a:srgbClr val="FFFFFF"/>
                </a:solidFill>
                <a:latin typeface="Calibri"/>
              </a:rPr>
              <a:t>by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3931920"/>
          </a:xfrm>
          <a:prstGeom prst="roundRect">
            <a:avLst>
              <a:gd name="adj" fmla="val 3255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0A0A0"/>
                </a:solidFill>
                <a:latin typeface="Calibri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B301"/>
                </a:solidFill>
                <a:latin typeface="Calibri"/>
              </a:rPr>
              <a:t>Metric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Point one</a:t>
            </a:r>
          </a:p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Point two</a:t>
            </a:r>
          </a:p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Point three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257800" cy="3931920"/>
          </a:xfrm>
          <a:prstGeom prst="roundRect">
            <a:avLst>
              <a:gd name="adj" fmla="val 3255"/>
            </a:avLst>
          </a:prstGeom>
          <a:solidFill>
            <a:srgbClr val="141414"/>
          </a:solidFill>
          <a:ln w="12700">
            <a:solidFill>
              <a:srgbClr val="F5B3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A0A0A0"/>
                </a:solidFill>
                <a:latin typeface="Calibri"/>
              </a:rPr>
              <a:t>OPTION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11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5B301"/>
                </a:solidFill>
                <a:latin typeface="Calibri"/>
              </a:rPr>
              <a:t>Metric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Point one</a:t>
            </a:r>
          </a:p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Point two</a:t>
            </a:r>
          </a:p>
          <a:p>
            <a:pPr algn="l"/>
            <a:r>
              <a:rPr sz="1300" b="0" i="0">
                <a:solidFill>
                  <a:srgbClr val="E6E6E6"/>
                </a:solidFill>
                <a:latin typeface="Calibri"/>
              </a:rPr>
              <a:t>Point three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engram  ·  MSRIT Hackathon  ·  Track 1 Sovereign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rgbClr val="A0A0A0"/>
                </a:solidFill>
                <a:latin typeface="Calibri"/>
              </a:rPr>
              <a:t>Key </a:t>
            </a:r>
            <a:r>
              <a:rPr sz="3600" b="0" i="0">
                <a:solidFill>
                  <a:srgbClr val="FFFFFF"/>
                </a:solidFill>
                <a:latin typeface="Calibri"/>
              </a:rPr>
              <a:t>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423818" cy="2468880"/>
          </a:xfrm>
          <a:prstGeom prst="roundRect">
            <a:avLst>
              <a:gd name="adj" fmla="val 5185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79"/>
            <a:ext cx="34238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8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6E6E6"/>
                </a:solidFill>
                <a:latin typeface="Calibri"/>
              </a:rPr>
              <a:t>Metric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Short 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2194560"/>
            <a:ext cx="3423818" cy="2468880"/>
          </a:xfrm>
          <a:prstGeom prst="roundRect">
            <a:avLst>
              <a:gd name="adj" fmla="val 5185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3938" y="2468879"/>
            <a:ext cx="34238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338328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6E6E6"/>
                </a:solidFill>
                <a:latin typeface="Calibri"/>
              </a:rPr>
              <a:t>Metric two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538" y="37947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Short description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2194560"/>
            <a:ext cx="3423818" cy="2468880"/>
          </a:xfrm>
          <a:prstGeom prst="roundRect">
            <a:avLst>
              <a:gd name="adj" fmla="val 5185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7796" y="2468879"/>
            <a:ext cx="342381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&lt;10s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0676" y="3383280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E6E6E6"/>
                </a:solidFill>
                <a:latin typeface="Calibri"/>
              </a:rPr>
              <a:t>Metric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794760"/>
            <a:ext cx="296661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Short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59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A0A0A0"/>
                </a:solidFill>
                <a:latin typeface="Calibri"/>
              </a:rPr>
              <a:t>One line takeaway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engram  ·  MSRIT Hackathon  ·  Track 1 Sovereign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rgbClr val="A0A0A0"/>
                </a:solidFill>
                <a:latin typeface="Calibri"/>
              </a:rPr>
              <a:t>Chart </a:t>
            </a:r>
            <a:r>
              <a:rPr sz="3600" b="0" i="0">
                <a:solidFill>
                  <a:srgbClr val="FFFFFF"/>
                </a:solidFill>
                <a:latin typeface="Calibri"/>
              </a:rPr>
              <a:t>Slide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97280" y="1828800"/>
          <a:ext cx="99669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engram  ·  MSRIT Hackathon  ·  Track 1 Sovereign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rgbClr val="A0A0A0"/>
                </a:solidFill>
                <a:latin typeface="Calibri"/>
              </a:rPr>
              <a:t>Four </a:t>
            </a:r>
            <a:r>
              <a:rPr sz="3600" b="0" i="0">
                <a:solidFill>
                  <a:srgbClr val="FFFFFF"/>
                </a:solidFill>
                <a:latin typeface="Calibri"/>
              </a:rPr>
              <a:t>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23774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A0A0A0"/>
                </a:solidFill>
                <a:latin typeface="Calibri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292608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4087" y="23774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A0A0A0"/>
                </a:solidFill>
                <a:latin typeface="Calibri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527" y="292608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23774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A0A0A0"/>
                </a:solidFill>
                <a:latin typeface="Calibri"/>
              </a:rPr>
              <a:t>THREE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92608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3367" y="237744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A0A0A0"/>
                </a:solidFill>
                <a:latin typeface="Calibri"/>
              </a:rPr>
              <a:t>FOUR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4807" y="292608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Short 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Calibri"/>
              </a:rPr>
              <a:t>engram  ·  MSRIT Hackathon  ·  Track 1 Sovereign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A5A5A"/>
                </a:solidFill>
                <a:latin typeface="Calibri"/>
              </a:rPr>
              <a:t>08</a:t>
            </a:r>
          </a:p>
        </p:txBody>
      </p:sp>
      <p:pic>
        <p:nvPicPr>
          <p:cNvPr id="5" name="Picture 4" descr="Flag_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7" y="146304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19456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i="0">
                <a:solidFill>
                  <a:srgbClr val="A0A0A0"/>
                </a:solidFill>
                <a:latin typeface="Calibri"/>
              </a:rPr>
              <a:t>Thank </a:t>
            </a:r>
            <a:r>
              <a:rPr sz="5400" b="0" i="0">
                <a:solidFill>
                  <a:srgbClr val="FFFFFF"/>
                </a:solidFill>
                <a:latin typeface="Calibri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E6E6E6"/>
                </a:solidFill>
                <a:latin typeface="Calibri"/>
              </a:rPr>
              <a:t>Closing message or call to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95547" y="4206240"/>
            <a:ext cx="2286000" cy="1005840"/>
          </a:xfrm>
          <a:prstGeom prst="roundRect">
            <a:avLst>
              <a:gd name="adj" fmla="val 12727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5547" y="4297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a@b.com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5547" y="48006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A0A0A0"/>
                </a:solidFill>
                <a:latin typeface="Calibri"/>
              </a:rPr>
              <a:t>Contact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206240"/>
            <a:ext cx="2286000" cy="1005840"/>
          </a:xfrm>
          <a:prstGeom prst="roundRect">
            <a:avLst>
              <a:gd name="adj" fmla="val 12727"/>
            </a:avLst>
          </a:prstGeom>
          <a:solidFill>
            <a:srgbClr val="0E0E0E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147" y="429768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github.com/x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480060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A0A0A0"/>
                </a:solidFill>
                <a:latin typeface="Calibri"/>
              </a:rPr>
              <a:t>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